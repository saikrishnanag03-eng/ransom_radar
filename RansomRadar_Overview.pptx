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ansomRadar" id="{8c0de1a7-f3e3-c147-592a-877449d6a7e1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8AA0B2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8AA0B2"/>
                </a:solidFill>
                <a:latin typeface="+mn-lt"/>
              </a:rPr>
              <a:t>Max points per indicator (color = severity)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points</c:v>
                </c:pt>
              </c:strCache>
            </c:strRef>
          </c:tx>
          <c:spPr>
            <a:solidFill>
              <a:srgbClr val="FF54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DCE8F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54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8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8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8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C2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C24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FC24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FC24A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FFC24A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3CF0A0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Shadow-copy deletion</c:v>
                  </c:pt>
                  <c:pt idx="1">
                    <c:v>Disguised program</c:v>
                  </c:pt>
                  <c:pt idx="2">
                    <c:v>Ransom-note phrases</c:v>
                  </c:pt>
                  <c:pt idx="3">
                    <c:v>Double extension</c:v>
                  </c:pt>
                  <c:pt idx="4">
                    <c:v>Office macro</c:v>
                  </c:pt>
                  <c:pt idx="5">
                    <c:v>PDF launch action</c:v>
                  </c:pt>
                  <c:pt idx="6">
                    <c:v>Extension mismatch</c:v>
                  </c:pt>
                  <c:pt idx="7">
                    <c:v>Ransom-style extension</c:v>
                  </c:pt>
                  <c:pt idx="8">
                    <c:v>High entropy</c:v>
                  </c:pt>
                  <c:pt idx="9">
                    <c:v>Encoded scripts</c:v>
                  </c:pt>
                  <c:pt idx="10">
                    <c:v>PDF JavaScript</c:v>
                  </c:pt>
                  <c:pt idx="11">
                    <c:v>Runnable extension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35</c:v>
                </c:pt>
                <c:pt idx="1">
                  <c:v>35</c:v>
                </c:pt>
                <c:pt idx="2">
                  <c:v>30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20</c:v>
                </c:pt>
                <c:pt idx="7">
                  <c:v>15</c:v>
                </c:pt>
                <c:pt idx="8">
                  <c:v>15</c:v>
                </c:pt>
                <c:pt idx="9">
                  <c:v>15</c:v>
                </c:pt>
                <c:pt idx="10">
                  <c:v>15</c:v>
                </c:pt>
                <c:pt idx="11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DCE8F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CE8F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RansomRadar is a single-page, browser-only tool that statically inspects a file for ransomware-style warning signs. Screenshot: the dashboard on first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Dashboard: total scans, suspicious/high-risk count, low-risk count, a risk distribution, and a session-only scan history that disappears on reload. Demo scans are excluded from totals.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hood: File/ArrayBuffer APIs read the bytes; magic-byte signatures identify the real type (MZ = Windows exe, %PDF-, PK = zip/Office, PNG, etc.); Shannon entropy is computed over all bytes; SHA-256 comes from Web Crypto. Left screenshot: scan page. Right: the analysis overlay with its four progress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Disguised program = EXE/ELF header behind a document, image or archive extension. Entropy of 7.5+ is only tested on types not normally compressed and files over 2 KB. Ransom-note phrases add 10 points each, up to 30. Macro check looks for vbaProject.bin (Office zip) or _VBA_PROJECT (legacy OLE). PDF checks look for /JavaScript and /Launch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matching indicator contributes its fixed points (never more than its max), the raw total is capped at 100, then mapped to one of four labels. Severities: critical (red), high (orange), medium (amber), low (green).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a synthetic MZ-header file named invoice.pdf.exe: double extension (+25), runnable extension (+10), entropy 7.97/8 (+15). Right: ransom-note text plus 'vssadmin delete shadows': five note phrases capped at +30, shadow-copy deletion +35. Both are Demo Mode samples, flagged as simulated in the app. A third sample, a .docx with vbaProject.bin, scores 25 (Caution).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report lists unsupported checks so the user never mistakes a clean score for a clean bill of health. Right: the unsupported-checks card and the privacy statement from the How it works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188720"/>
            <a:ext cx="3931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1887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RansomRadar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40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Early-warning file scanner that runs entirely in your browser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What it does  |  How it works  |  Example scans</a:t>
            </a:r>
            <a:endParaRPr lang="en-US" sz="1200" dirty="0"/>
          </a:p>
        </p:txBody>
      </p:sp>
      <p:sp>
        <p:nvSpPr>
          <p:cNvPr id="5" name="RansomRadar dashboard frame"/>
          <p:cNvSpPr/>
          <p:nvPr/>
        </p:nvSpPr>
        <p:spPr>
          <a:xfrm>
            <a:off x="4572000" y="1097280"/>
            <a:ext cx="4114800" cy="2510028"/>
          </a:xfrm>
          <a:prstGeom prst="rect">
            <a:avLst/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RansomRadar dashboard" descr="RansomRadar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0288" y="1115568"/>
            <a:ext cx="4078224" cy="24734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 pre-open check for suspicious files</a:t>
            </a:r>
            <a:endParaRPr lang="en-US" sz="3200" dirty="0"/>
          </a:p>
        </p:txBody>
      </p:sp>
      <p:sp>
        <p:nvSpPr>
          <p:cNvPr id="3" name="badge 1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216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Fully local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554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Files are read in your browser. Nothing is uploaded, executed or sent anywhere.</a:t>
            </a:r>
            <a:endParaRPr lang="en-US" sz="1400" dirty="0"/>
          </a:p>
        </p:txBody>
      </p:sp>
      <p:sp>
        <p:nvSpPr>
          <p:cNvPr id="7" name="badge 2"/>
          <p:cNvSpPr/>
          <p:nvPr/>
        </p:nvSpPr>
        <p:spPr>
          <a:xfrm>
            <a:off x="457200" y="24231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404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Transparent rules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7432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Fixed point values per indicator, no black box. Every finding shows its evidence.</a:t>
            </a:r>
            <a:endParaRPr lang="en-US" sz="1400" dirty="0"/>
          </a:p>
        </p:txBody>
      </p:sp>
      <p:sp>
        <p:nvSpPr>
          <p:cNvPr id="11" name="badge 3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593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Early warning only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931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An educational prototype, not antivirus. The score is a heuristic.</a:t>
            </a:r>
            <a:endParaRPr lang="en-US" sz="1400" dirty="0"/>
          </a:p>
        </p:txBody>
      </p:sp>
      <p:sp>
        <p:nvSpPr>
          <p:cNvPr id="15" name="Dashboard with stats, risk distribution and recent scans frame"/>
          <p:cNvSpPr/>
          <p:nvPr/>
        </p:nvSpPr>
        <p:spPr>
          <a:xfrm>
            <a:off x="4754880" y="1097280"/>
            <a:ext cx="3566160" cy="3503066"/>
          </a:xfrm>
          <a:prstGeom prst="rect">
            <a:avLst/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Dashboard with stats, risk distribution and recent scans" descr="Dashboard with stats, risk distribution and recent sca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115568"/>
            <a:ext cx="3529584" cy="34664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How a scan works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457200" y="1097280"/>
            <a:ext cx="192024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 Select file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Drag in or browse. Max 25 MB.</a:t>
            </a:r>
            <a:endParaRPr lang="en-US" sz="1400" dirty="0"/>
          </a:p>
        </p:txBody>
      </p:sp>
      <p:sp>
        <p:nvSpPr>
          <p:cNvPr id="6" name="step 2"/>
          <p:cNvSpPr/>
          <p:nvPr/>
        </p:nvSpPr>
        <p:spPr>
          <a:xfrm>
            <a:off x="2560320" y="1097280"/>
            <a:ext cx="192024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 Analyze locally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5544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Read bytes, sniff type, entropy, SHA-256.</a:t>
            </a:r>
            <a:endParaRPr lang="en-US" sz="1400" dirty="0"/>
          </a:p>
        </p:txBody>
      </p:sp>
      <p:sp>
        <p:nvSpPr>
          <p:cNvPr id="9" name="step 3"/>
          <p:cNvSpPr/>
          <p:nvPr/>
        </p:nvSpPr>
        <p:spPr>
          <a:xfrm>
            <a:off x="4663440" y="1097280"/>
            <a:ext cx="192024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  Score risk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5544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Matches add fixed points, capped at 100.</a:t>
            </a:r>
            <a:endParaRPr lang="en-US" sz="1400" dirty="0"/>
          </a:p>
        </p:txBody>
      </p:sp>
      <p:sp>
        <p:nvSpPr>
          <p:cNvPr id="12" name="step 4"/>
          <p:cNvSpPr/>
          <p:nvPr/>
        </p:nvSpPr>
        <p:spPr>
          <a:xfrm>
            <a:off x="6766560" y="1097280"/>
            <a:ext cx="192024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  Show report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5544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Detected, clear or unsupported.</a:t>
            </a:r>
            <a:endParaRPr lang="en-US" sz="1400" dirty="0"/>
          </a:p>
        </p:txBody>
      </p:sp>
      <p:sp>
        <p:nvSpPr>
          <p:cNvPr id="15" name="Scan page with drop zone and demo samples frame"/>
          <p:cNvSpPr/>
          <p:nvPr/>
        </p:nvSpPr>
        <p:spPr>
          <a:xfrm>
            <a:off x="457200" y="2651760"/>
            <a:ext cx="3017520" cy="1840687"/>
          </a:xfrm>
          <a:prstGeom prst="rect">
            <a:avLst/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Scan page with drop zone and demo samples" descr="Scan page with drop zone and demo samp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2670048"/>
            <a:ext cx="2980944" cy="1804111"/>
          </a:xfrm>
          <a:prstGeom prst="rect">
            <a:avLst/>
          </a:prstGeom>
        </p:spPr>
      </p:pic>
      <p:sp>
        <p:nvSpPr>
          <p:cNvPr id="17" name="Live analysis overlay frame"/>
          <p:cNvSpPr/>
          <p:nvPr/>
        </p:nvSpPr>
        <p:spPr>
          <a:xfrm>
            <a:off x="3657600" y="2651760"/>
            <a:ext cx="3017520" cy="1840687"/>
          </a:xfrm>
          <a:prstGeom prst="rect">
            <a:avLst/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8" name="Live analysis overlay" descr="Live analysis overl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670048"/>
            <a:ext cx="2980944" cy="180411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903720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Reading file, hashing SHA-256, inspecting signatures, scoring.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903720" y="36576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Demo Mode loads 5 synthetic samples, flagged as simulated.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it looks for: 12 indicators</a:t>
            </a:r>
            <a:endParaRPr lang="en-US" sz="3200" dirty="0"/>
          </a:p>
        </p:txBody>
      </p:sp>
      <p:sp>
        <p:nvSpPr>
          <p:cNvPr id="3" name="column Name vs. bytes"/>
          <p:cNvSpPr/>
          <p:nvPr/>
        </p:nvSpPr>
        <p:spPr>
          <a:xfrm>
            <a:off x="457200" y="1097280"/>
            <a:ext cx="2651760" cy="292608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Name vs. bytes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Does the name match?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Disguised program 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+35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Double extension 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+25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Extension mismatch 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+20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Ransom-style extension 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+15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Runnable extension 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+10</a:t>
            </a:r>
            <a:endParaRPr lang="en-US" sz="1400" dirty="0"/>
          </a:p>
        </p:txBody>
      </p:sp>
      <p:sp>
        <p:nvSpPr>
          <p:cNvPr id="7" name="column Inside the file"/>
          <p:cNvSpPr/>
          <p:nvPr/>
        </p:nvSpPr>
        <p:spPr>
          <a:xfrm>
            <a:off x="3291840" y="1097280"/>
            <a:ext cx="2651760" cy="292608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Inside the file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Text and byte patterns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01168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Shadow-copy deletion 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+35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Ransom-note phrases 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+30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High entropy 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+15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Hidden or encoded scripts 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+15</a:t>
            </a:r>
            <a:endParaRPr lang="en-US" sz="1400" dirty="0"/>
          </a:p>
        </p:txBody>
      </p:sp>
      <p:sp>
        <p:nvSpPr>
          <p:cNvPr id="11" name="column Office and PDF"/>
          <p:cNvSpPr/>
          <p:nvPr/>
        </p:nvSpPr>
        <p:spPr>
          <a:xfrm>
            <a:off x="6126480" y="1097280"/>
            <a:ext cx="2651760" cy="292608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Office and PDF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Active content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01168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Office macro 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+25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PDF launch action 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+25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PDF JavaScript 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+15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Each indicator is an independent check. Every match adds its fixed points.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Scoring: points add up, then cap at 100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2120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and Low observed risk"/>
          <p:cNvSpPr/>
          <p:nvPr/>
        </p:nvSpPr>
        <p:spPr>
          <a:xfrm>
            <a:off x="5852160" y="1097280"/>
            <a:ext cx="283464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0972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0-14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995160" y="1097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Low observed risk</a:t>
            </a:r>
            <a:endParaRPr lang="en-US" sz="1400" dirty="0"/>
          </a:p>
        </p:txBody>
      </p:sp>
      <p:sp>
        <p:nvSpPr>
          <p:cNvPr id="7" name="band Caution"/>
          <p:cNvSpPr/>
          <p:nvPr/>
        </p:nvSpPr>
        <p:spPr>
          <a:xfrm>
            <a:off x="5852160" y="1965960"/>
            <a:ext cx="283464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15-39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1965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Caution</a:t>
            </a:r>
            <a:endParaRPr lang="en-US" sz="1400" dirty="0"/>
          </a:p>
        </p:txBody>
      </p:sp>
      <p:sp>
        <p:nvSpPr>
          <p:cNvPr id="10" name="band Suspicious"/>
          <p:cNvSpPr/>
          <p:nvPr/>
        </p:nvSpPr>
        <p:spPr>
          <a:xfrm>
            <a:off x="5852160" y="2834640"/>
            <a:ext cx="283464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28346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40-69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995160" y="2834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Suspicious</a:t>
            </a:r>
            <a:endParaRPr lang="en-US" sz="1400" dirty="0"/>
          </a:p>
        </p:txBody>
      </p:sp>
      <p:sp>
        <p:nvSpPr>
          <p:cNvPr id="13" name="band High risk"/>
          <p:cNvSpPr/>
          <p:nvPr/>
        </p:nvSpPr>
        <p:spPr>
          <a:xfrm>
            <a:off x="5852160" y="3703320"/>
            <a:ext cx="283464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5040" y="3703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70-100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3703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High risk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0" y="4572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 low score is not proof of safety.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Two demo scans, scored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invoice.pdf.exe</a:t>
            </a:r>
            <a:endParaRPr lang="en-US" sz="1600" dirty="0"/>
          </a:p>
        </p:txBody>
      </p:sp>
      <p:sp>
        <p:nvSpPr>
          <p:cNvPr id="4" name="Score for invoice.pdf.exe frame"/>
          <p:cNvSpPr/>
          <p:nvPr/>
        </p:nvSpPr>
        <p:spPr>
          <a:xfrm>
            <a:off x="457200" y="1444752"/>
            <a:ext cx="3931920" cy="754929"/>
          </a:xfrm>
          <a:prstGeom prst="rect">
            <a:avLst/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Score for invoice.pdf.exe" descr="Score for invoice.pdf.ex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463040"/>
            <a:ext cx="3895344" cy="718353"/>
          </a:xfrm>
          <a:prstGeom prst="rect">
            <a:avLst/>
          </a:prstGeom>
        </p:spPr>
      </p:pic>
      <p:sp>
        <p:nvSpPr>
          <p:cNvPr id="6" name="Detected indicators for invoice.pdf.exe frame"/>
          <p:cNvSpPr/>
          <p:nvPr/>
        </p:nvSpPr>
        <p:spPr>
          <a:xfrm>
            <a:off x="457200" y="2309409"/>
            <a:ext cx="3931920" cy="1714317"/>
          </a:xfrm>
          <a:prstGeom prst="rect">
            <a:avLst/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7" name="Detected indicators for invoice.pdf.exe" descr="Detected indicators for invoice.pdf.ex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327697"/>
            <a:ext cx="3895344" cy="167774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251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25 + 10 + 15 = 50   Suspicious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README_RESTORE.txt</a:t>
            </a:r>
            <a:endParaRPr lang="en-US" sz="1600" dirty="0"/>
          </a:p>
        </p:txBody>
      </p:sp>
      <p:sp>
        <p:nvSpPr>
          <p:cNvPr id="10" name="Score for README_RESTORE.txt frame"/>
          <p:cNvSpPr/>
          <p:nvPr/>
        </p:nvSpPr>
        <p:spPr>
          <a:xfrm>
            <a:off x="4754880" y="1444752"/>
            <a:ext cx="3931920" cy="754929"/>
          </a:xfrm>
          <a:prstGeom prst="rect">
            <a:avLst/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Score for README_RESTORE.txt" descr="Score for README_RESTORE.t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463040"/>
            <a:ext cx="3895344" cy="718353"/>
          </a:xfrm>
          <a:prstGeom prst="rect">
            <a:avLst/>
          </a:prstGeom>
        </p:spPr>
      </p:pic>
      <p:sp>
        <p:nvSpPr>
          <p:cNvPr id="12" name="Detected indicators for README_RESTORE.txt frame"/>
          <p:cNvSpPr/>
          <p:nvPr/>
        </p:nvSpPr>
        <p:spPr>
          <a:xfrm>
            <a:off x="4754880" y="2309409"/>
            <a:ext cx="3931920" cy="1690726"/>
          </a:xfrm>
          <a:prstGeom prst="rect">
            <a:avLst/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Detected indicators for README_RESTORE.txt" descr="Detected indicators for README_RESTORE.t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327697"/>
            <a:ext cx="3895344" cy="165415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754880" y="4251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30 + 35 = 65   Suspicious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Know the limits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Private by design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 analytics, no external APIs, no cloud scanning. History lives in memory and vanishes on reload. Files are never executed.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Not an antivirus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089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 signature matching, archive unpacking, macro decompression, import-table analysis, reputation lookup or sandbox. High score is not proof of malware.</a:t>
            </a:r>
            <a:endParaRPr lang="en-US" sz="1400" dirty="0"/>
          </a:p>
        </p:txBody>
      </p:sp>
      <p:sp>
        <p:nvSpPr>
          <p:cNvPr id="7" name="Unsupported checks listed in every report frame"/>
          <p:cNvSpPr/>
          <p:nvPr/>
        </p:nvSpPr>
        <p:spPr>
          <a:xfrm>
            <a:off x="4663440" y="1188720"/>
            <a:ext cx="4023360" cy="1821241"/>
          </a:xfrm>
          <a:prstGeom prst="rect">
            <a:avLst/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Unsupported checks listed in every report" descr="Unsupported checks listed in every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1207008"/>
            <a:ext cx="3986784" cy="1784665"/>
          </a:xfrm>
          <a:prstGeom prst="rect">
            <a:avLst/>
          </a:prstGeom>
        </p:spPr>
      </p:pic>
      <p:sp>
        <p:nvSpPr>
          <p:cNvPr id="9" name="Privacy statement frame"/>
          <p:cNvSpPr/>
          <p:nvPr/>
        </p:nvSpPr>
        <p:spPr>
          <a:xfrm>
            <a:off x="4663440" y="3192841"/>
            <a:ext cx="4023360" cy="611551"/>
          </a:xfrm>
          <a:prstGeom prst="rect">
            <a:avLst/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0" name="Privacy statement" descr="Privacy statem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3211129"/>
            <a:ext cx="3986784" cy="5749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somRadar">
  <a:themeElements>
    <a:clrScheme name="RansomRadar">
      <a:dk1>
        <a:srgbClr val="070C11"/>
      </a:dk1>
      <a:lt1>
        <a:srgbClr val="FFFFFF"/>
      </a:lt1>
      <a:dk2>
        <a:srgbClr val="0E161E"/>
      </a:dk2>
      <a:lt2>
        <a:srgbClr val="1F3140"/>
      </a:lt2>
      <a:accent1>
        <a:srgbClr val="38E1FF"/>
      </a:accent1>
      <a:accent2>
        <a:srgbClr val="3CF0A0"/>
      </a:accent2>
      <a:accent3>
        <a:srgbClr val="FFC24A"/>
      </a:accent3>
      <a:accent4>
        <a:srgbClr val="FF8A4A"/>
      </a:accent4>
      <a:accent5>
        <a:srgbClr val="FF5468"/>
      </a:accent5>
      <a:accent6>
        <a:srgbClr val="8AA0B2"/>
      </a:accent6>
      <a:hlink>
        <a:srgbClr val="38E1FF"/>
      </a:hlink>
      <a:folHlink>
        <a:srgbClr val="8AA0B2"/>
      </a:folHlink>
    </a:clrScheme>
    <a:fontScheme name="RansomRada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RansomRadar</dc:title>
  <dc:subject>PptxGenJS Presentation</dc:subject>
  <dc:creator>PptxGenJS</dc:creator>
  <cp:lastModifiedBy>PptxGenJS</cp:lastModifiedBy>
  <cp:revision>1</cp:revision>
  <dcterms:created xsi:type="dcterms:W3CDTF">2026-10-09T05:55:14Z</dcterms:created>
  <dcterms:modified xsi:type="dcterms:W3CDTF">2026-10-09T05:55:14Z</dcterms:modified>
</cp:coreProperties>
</file>